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Pewarisan (Inheritance)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99232"/>
            <a:ext cx="7461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mewarisi, dan kapan justru jangan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011680" cy="0"/>
          </a:xfrm>
          <a:prstGeom prst="line">
            <a:avLst/>
          </a:prstGeom>
          <a:noFill/>
          <a:ln w="19050">
            <a:solidFill>
              <a:srgbClr val="D8D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 ·  Prodi Informatika, Fakultas Teknik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Pancasila  ·  Adi Wahyu Pribadi, S.Si., M.Kom.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pertemuan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extends dan pemanggilan constructor induk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method overriding dari method hiding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hierarki dengan pertanyaan "is-a"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alasan kapan komposisi lebih tepat daripada pewarisan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dipecahkan pewarisan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kelas mengulang atribut yang sama = tiga tempat yang harus diperbaiki, dan satu di antaranya pasti terlewat.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Padanan sintaks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730731"/>
                <a:gridCol w="2639707"/>
                <a:gridCol w="263970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Mewarisi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Pegawai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Pegawai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 induk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super(nip, nama)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parent::__construct(...)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induk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super.hitungGaji()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parent::hitungGaji()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Menutup pewarisan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Pewarisan berganda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"is-a" — ucapkan kalimatnya dengan keras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"Dosen ADALAH Pegawai" — masuk akal, pewarisan boleh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"Mobil ADALAH Mesin" — tidak masuk akal; yang benar "Mobil PUNYA Mesin"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"Persegi ADALAH PersegiPanjang" — benar secara matematika, bermasalah secara perilaku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"punya" selalu berarti komposisi, bukan pewarisan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tanda pewarisan sedang disalahgunakan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3432919"/>
                <a:gridCol w="45772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Tanda bahaya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Turunan "mematikan" method induk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Persegi harus melumpuhkan setLebar()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Hierarki lebih dari tiga tingkat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Perubahan di puncak menjalar tak terkendali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Diwariskan demi memakai ulang kode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"Butuh method-nya" bukan alasan untuk is-a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Komposisi: hubungan ditentukan saat runtime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2313178"/>
          </a:xfrm>
          <a:prstGeom prst="roundRect">
            <a:avLst>
              <a:gd name="adj" fmla="val 2372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194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Mobil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SumberTenaga tenaga;   // PUNYA, bukan ADALAH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gantiTenaga(SumberTenaga baru) { this.tenaga = baru; 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mobil.gantiTenaga(new MotorListrik());   // pewarisan tidak bisa begini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721354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Pewarisan mengunci hubungan saat kompilasi. Komposisi membiarkannya ditentukan saat program berjalan.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composition over inheritance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Pewarisan adalah kopling terkuat dalam OOP: turunan bergantung pada detail implementasi induknya, bukan hanya antarmukanya.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ini kembali di pertemuan 12 sebagai Liskov Substitution Principle.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memanggil super(...) / parent::__construct()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Meng-override tanpa menulis @Override — salah ketik tidak terdeteksi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atribut induk public agar turunan mudah mengaksesnya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Hierarki dalam demi menghindari sedikit duplikasi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60704"/>
            <a:ext cx="8010144" cy="3017520"/>
          </a:xfrm>
          <a:prstGeom prst="roundRect">
            <a:avLst>
              <a:gd name="adj" fmla="val 151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1298448"/>
            <a:ext cx="7424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1 — dikumpulkan pekan depan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47088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hierarki penggajian universitas, minimal empat jenis pegawai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Implementasikan di Java DAN PHP, sertakan class diagram PlantUML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Justifikasi 300–400 kata: buktikan setiap "X adalah Y" benar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Sertakan satu relasi yang sengaja Anda buat sebagai komposisi, beserta alasannya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Universitas Pancasila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4 — Pewarisan (Inheritance)</dc:title>
  <dc:subject>PptxGenJS Presentation</dc:subject>
  <dc:creator>Adi Wahyu Pribadi, S.Si., M.Kom.</dc:creator>
  <cp:lastModifiedBy>Adi Wahyu Pribadi, S.Si., M.Kom.</cp:lastModifiedBy>
  <cp:revision>1</cp:revision>
  <dcterms:created xsi:type="dcterms:W3CDTF">2026-09-10T04:15:06Z</dcterms:created>
  <dcterms:modified xsi:type="dcterms:W3CDTF">2026-09-10T04:15:06Z</dcterms:modified>
</cp:coreProperties>
</file>