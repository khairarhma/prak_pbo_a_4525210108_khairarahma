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Constructor, Anggota Statis, dan Konstanta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hidup objek dan apa yang milik kelas, bukan milik objek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siklus hidup objek: lahir, hidup, mati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constructor overloading dan delegasi constructor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konteks statis dan konteks instance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konstanta dan menghindari "angka ajaib"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hidup objek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1638439"/>
                <a:gridCol w="3094828"/>
                <a:gridCol w="32768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Rekening(...)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Rekening(...)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selama masih ada referensi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selama refcount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 Collector, waktu tak tentu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__destruct(), relatif terduga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finalize() sudah usang dan tidak boleh dipakai. Untuk sumber daya: try-with-resources (pertemuan 10).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Delegasi constructor — validasi hanya ditulis sekali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313178"/>
          </a:xfrm>
          <a:prstGeom prst="roundRect">
            <a:avLst>
              <a:gd name="adj" fmla="val 2372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9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Rekening(String nomor, String pemilik)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this(nomor, pemilik, 0);      // delegasi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Rekening(String nomor, String pemilik, double saldoAwal)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satu-satunya tempat validasi berada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21354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delegasi, aturan yang sama ditulis dua kali — dan satu di antaranya akan terlupa diperbarui.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tidak punya constructor overloading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3242201"/>
                <a:gridCol w="4767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Kebutuhan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di PHP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 opsional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parameter: __construct(string $n, float $s =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Beberapa cara membuat objek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constructor: public static function baru(): self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 tak tentu jumlahnya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variadic: __construct(string ...$items)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constructor sering lebih jelas daripada overloading — namanya menjelaskan maksudnya.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 vs instance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235389"/>
                <a:gridCol w="2794236"/>
                <a:gridCol w="29805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Milik objek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Milik kelas (static)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Berapa salinan?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per objek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untuk seluruh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dibuat?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new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kelas dimuat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this / $this?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bisa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tepat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saldo, nama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penghitung objek, utilitas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yang berlebihan mengembalikan Anda ke pemrograman prosedural — dan menyulitkan pengujian.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self:: vs static:: — late static binding (PHP)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423160"/>
          </a:xfrm>
          <a:prstGeom prst="roundRect">
            <a:avLst>
              <a:gd name="adj" fmla="val 2264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Induk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function pakaiSelf(): self   { return new self();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function pakaiStatic(): static { return new static();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Anak extends Induk {}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Anak::pakaiSelf()    -&gt;  Induk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Anak::pakaiStatic()  -&gt;  Anak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31336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constructor sebaiknya memakai new static() bila kelasnya akan diwarisi. Pola ini dipakai luas di Laravel.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ajaib vs konstanta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ajaib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 = saldo * 0.025;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0.025 itu apa?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muncul di lima tempat,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satu terlupa diubah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 double BUNGA = 0.025;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 = saldo * BUNGA;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satu tempat, satu nama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Menduplikasi validasi di setiap constructor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static untuk keadaan yang seharusnya per objek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Memanggil $this di dalam method statis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self:: padahal maksudnya static::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Menaruh angka ajaib di sana-sini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1 — tulis tangan, di kelas, tanpa perangkat. Materi pertemuan 1–3.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konstanta BIAYA_ADMIN dan method potongBiayaAdmin() pada Rekening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named constructor Rekening::rekeningPelajar(...)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 — Constructor, Anggota Statis, dan Konstanta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